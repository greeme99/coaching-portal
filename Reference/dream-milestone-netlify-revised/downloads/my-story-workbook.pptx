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8" r:id="rId2"/>
    <p:sldId id="260" r:id="rId3"/>
    <p:sldId id="261" r:id="rId4"/>
    <p:sldId id="262" r:id="rId5"/>
    <p:sldId id="263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11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 txBox="1"/>
          <p:nvPr/>
        </p:nvSpPr>
        <p:spPr>
          <a:xfrm>
            <a:off x="685800" y="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04672" y="1188720"/>
            <a:ext cx="2788920" cy="347472"/>
          </a:xfrm>
          <a:prstGeom prst="roundRect">
            <a:avLst>
              <a:gd name="adj" fmla="val 50000"/>
            </a:avLst>
          </a:prstGeom>
          <a:solidFill>
            <a:srgbClr val="80CCE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" y="1188720"/>
            <a:ext cx="2788920" cy="347472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나의 지나온 시간 그래프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92480" y="1836420"/>
            <a:ext cx="1371600" cy="274320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만족감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158240" y="2220468"/>
            <a:ext cx="0" cy="3657600"/>
          </a:xfrm>
          <a:prstGeom prst="line">
            <a:avLst/>
          </a:prstGeom>
          <a:noFill/>
          <a:ln w="15875">
            <a:solidFill>
              <a:srgbClr val="254AA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58240" y="4049268"/>
            <a:ext cx="9875520" cy="0"/>
          </a:xfrm>
          <a:prstGeom prst="line">
            <a:avLst/>
          </a:prstGeom>
          <a:noFill/>
          <a:ln w="15875">
            <a:solidFill>
              <a:srgbClr val="254AA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2440" y="2101596"/>
            <a:ext cx="548640" cy="237744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+10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72440" y="3930396"/>
            <a:ext cx="548640" cy="237744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72440" y="5759196"/>
            <a:ext cx="548640" cy="237744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-10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576560" y="4158996"/>
            <a:ext cx="731520" cy="274320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나이</a:t>
            </a:r>
            <a:endParaRPr lang="en-US" sz="12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AA1C7DC6-7A6E-6CD0-AF26-411B92DA3C56}"/>
              </a:ext>
            </a:extLst>
          </p:cNvPr>
          <p:cNvSpPr txBox="1"/>
          <p:nvPr/>
        </p:nvSpPr>
        <p:spPr>
          <a:xfrm>
            <a:off x="502920" y="411480"/>
            <a:ext cx="9144000" cy="347472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My story (Client </a:t>
            </a:r>
            <a:r>
              <a:rPr lang="ko-KR" altLang="en-US" sz="180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용</a:t>
            </a:r>
            <a:r>
              <a:rPr lang="en-US" altLang="ko-KR" sz="180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altLang="ko-KR" dirty="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EC1CF7C8-7E4A-2AAF-4B84-301C4B91F250}"/>
              </a:ext>
            </a:extLst>
          </p:cNvPr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5875">
            <a:solidFill>
              <a:srgbClr val="254AA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 txBox="1"/>
          <p:nvPr/>
        </p:nvSpPr>
        <p:spPr>
          <a:xfrm>
            <a:off x="457200" y="658368"/>
            <a:ext cx="9326880" cy="347472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오늘의 주제  /  My story (Coach</a:t>
            </a:r>
            <a:r>
              <a:rPr lang="ko-KR" altLang="en-US" sz="165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용</a:t>
            </a:r>
            <a:r>
              <a:rPr lang="en-US" sz="165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060704"/>
            <a:ext cx="5394960" cy="0"/>
          </a:xfrm>
          <a:prstGeom prst="line">
            <a:avLst/>
          </a:prstGeom>
          <a:noFill/>
          <a:ln w="12700">
            <a:solidFill>
              <a:srgbClr val="638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457200" y="1353312"/>
            <a:ext cx="5943600" cy="347472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1. 상호인사 및 라포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1783080"/>
            <a:ext cx="10744200" cy="228600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오늘 기분은 어떠세요?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2029968"/>
            <a:ext cx="10488168" cy="228600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→ (질문) 좀더 이야기해 줄래요? (의미 있는 일이 있었을 경우)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2276856"/>
            <a:ext cx="10488168" cy="228600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무엇이 나를 기분좋게 (나쁘게) 했나요?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523744"/>
            <a:ext cx="10744200" cy="228600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지난번 코칭 이후 일어난 가장 의미있는 일은 무엇인가요?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13232" y="2770632"/>
            <a:ext cx="10488168" cy="228600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지난 세션 이후 실천하면서 어땠나요? (실천한 것 인정, 칭찬)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13232" y="3017520"/>
            <a:ext cx="10488168" cy="228600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새롭게 발견한 나의 모습은 무엇인가요? (듣고 상황 공감)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410712"/>
            <a:ext cx="6400800" cy="292608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sz="155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2. &lt;생애곡선 : </a:t>
            </a:r>
            <a:r>
              <a:rPr lang="en-US" sz="1550" b="1" dirty="0" err="1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지나온</a:t>
            </a:r>
            <a:r>
              <a:rPr lang="en-US" sz="155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50" b="1" dirty="0" err="1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시간에서</a:t>
            </a:r>
            <a:r>
              <a:rPr lang="en-US" sz="155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b="1" dirty="0" err="1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나의</a:t>
            </a:r>
            <a:r>
              <a:rPr lang="en-US" altLang="ko-KR" sz="160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b="1" dirty="0" err="1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고유함</a:t>
            </a:r>
            <a:r>
              <a:rPr lang="en-US" altLang="ko-KR" sz="160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b="1" dirty="0" err="1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찾기</a:t>
            </a:r>
            <a:r>
              <a:rPr lang="en-US" altLang="ko-KR" sz="160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altLang="ko-KR" dirty="0"/>
          </a:p>
        </p:txBody>
      </p:sp>
      <p:sp>
        <p:nvSpPr>
          <p:cNvPr id="18" name="Text 15"/>
          <p:cNvSpPr txBox="1"/>
          <p:nvPr/>
        </p:nvSpPr>
        <p:spPr>
          <a:xfrm>
            <a:off x="713232" y="3675887"/>
            <a:ext cx="6400800" cy="292608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087368"/>
            <a:ext cx="11201400" cy="256032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나 자신이 누구인지 누가 가장 잘 알수 있을까요?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389120"/>
            <a:ext cx="11201400" cy="1115568"/>
          </a:xfrm>
          <a:prstGeom prst="rect">
            <a:avLst/>
          </a:prstGeom>
          <a:noFill/>
          <a:ln/>
        </p:spPr>
        <p:txBody>
          <a:bodyPr wrap="square" lIns="9144" tIns="0" rIns="9144" bIns="0" rtlCol="0" anchor="t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내가 누구인지 알고 있는 그대로의 모습으로 바라볼때 나답게 살수 있을 것 같습니다.</a:t>
            </a:r>
            <a:endParaRPr lang="en-US" sz="1050" dirty="0"/>
          </a:p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내가 누구인지는 다른사람이 이야기해줘서 알수 도 있지만 내가 살아온 모습을 돌아보면 알 수 있습니다.</a:t>
            </a:r>
            <a:endParaRPr lang="en-US" sz="1050" dirty="0"/>
          </a:p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우리 그동안의 삶을 통해 내가 어떤 사람인지 알아볼까요?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256032"/>
            <a:ext cx="12191695" cy="6601968"/>
          </a:xfrm>
          <a:prstGeom prst="roundRect">
            <a:avLst>
              <a:gd name="adj" fmla="val 27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457200" y="126187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A7AED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457200" y="1261872"/>
            <a:ext cx="1097280" cy="310896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1645920"/>
            <a:ext cx="11155680" cy="219456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1. 하단 좌표에 5년 단위로 구분을 합니다.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1874519"/>
            <a:ext cx="11155680" cy="219456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2. 가장 기억에 남는 Peak(정점)과 Valley(계곡) 점들을 찍습니다.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103120"/>
            <a:ext cx="10972800" cy="219456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(Peak) 성취감, 자랑스럽게 느꼈던적, 성공했다고 생각한 순간, 인정받았던 순간, 최고의 성과,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2295144"/>
            <a:ext cx="10972800" cy="219456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최고의 경험, 성공스토리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2487168"/>
            <a:ext cx="10972800" cy="219456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(Valley) 최악의 순간, 좌절한 순간, 슬픔, 실패했다고 생각한 순간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2724912"/>
            <a:ext cx="11155680" cy="219456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3. 각각의 점들의 특징을 표현할 수 있는 단어를 적습니다.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2953512"/>
            <a:ext cx="11155680" cy="219456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4. 점들을 연결 합니다.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182112"/>
            <a:ext cx="11155680" cy="219456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5. 멘티가 작성이 완료되면 문자 또는 SNS로 받고 다음 단계를 진행하세요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3547872"/>
            <a:ext cx="1097280" cy="219456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만족감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051560" y="3822191"/>
            <a:ext cx="0" cy="2331720"/>
          </a:xfrm>
          <a:prstGeom prst="line">
            <a:avLst/>
          </a:prstGeom>
          <a:noFill/>
          <a:ln w="12700">
            <a:solidFill>
              <a:srgbClr val="3E4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1051560" y="4992624"/>
            <a:ext cx="9692640" cy="0"/>
          </a:xfrm>
          <a:prstGeom prst="line">
            <a:avLst/>
          </a:prstGeom>
          <a:noFill/>
          <a:ln w="12700">
            <a:solidFill>
              <a:srgbClr val="3E40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 txBox="1"/>
          <p:nvPr/>
        </p:nvSpPr>
        <p:spPr>
          <a:xfrm>
            <a:off x="457200" y="3730752"/>
            <a:ext cx="502920" cy="182880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+10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901184"/>
            <a:ext cx="502920" cy="182880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071616"/>
            <a:ext cx="502920" cy="182880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-10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378440" y="5047488"/>
            <a:ext cx="640080" cy="219456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나이</a:t>
            </a:r>
            <a:endParaRPr lang="en-US" sz="10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629783AD-185C-DFD0-E51D-BD01C402D510}"/>
              </a:ext>
            </a:extLst>
          </p:cNvPr>
          <p:cNvSpPr txBox="1"/>
          <p:nvPr/>
        </p:nvSpPr>
        <p:spPr>
          <a:xfrm>
            <a:off x="457200" y="658368"/>
            <a:ext cx="9326880" cy="347472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오늘의 주제  /  My story (Coach </a:t>
            </a:r>
            <a:r>
              <a:rPr lang="ko-KR" altLang="en-US" sz="165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용</a:t>
            </a:r>
            <a:r>
              <a:rPr lang="en-US" sz="165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A36C304B-5DE9-6FC0-C314-AC9EE3D31C8E}"/>
              </a:ext>
            </a:extLst>
          </p:cNvPr>
          <p:cNvSpPr/>
          <p:nvPr/>
        </p:nvSpPr>
        <p:spPr>
          <a:xfrm>
            <a:off x="457200" y="1060704"/>
            <a:ext cx="5394960" cy="0"/>
          </a:xfrm>
          <a:prstGeom prst="line">
            <a:avLst/>
          </a:prstGeom>
          <a:noFill/>
          <a:ln w="12700">
            <a:solidFill>
              <a:srgbClr val="6386CC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256032"/>
            <a:ext cx="12191695" cy="6601968"/>
          </a:xfrm>
          <a:prstGeom prst="roundRect">
            <a:avLst>
              <a:gd name="adj" fmla="val 27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3246120" cy="310896"/>
          </a:xfrm>
          <a:prstGeom prst="roundRect">
            <a:avLst>
              <a:gd name="adj" fmla="val 50000"/>
            </a:avLst>
          </a:prstGeom>
          <a:solidFill>
            <a:srgbClr val="A7AED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457200" y="1280160"/>
            <a:ext cx="3246120" cy="310896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Step 2 표를 보고 같이 이야기 나누기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1700784"/>
            <a:ext cx="11173968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Peak를 보고 (눈에 띄는 Peak가 있다면)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1922650"/>
            <a:ext cx="10917936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① 내 인생의 Peak는 언제 어떤 상황이였습니까?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144517"/>
            <a:ext cx="10716768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dirty="0">
                <a:solidFill>
                  <a:srgbClr val="58626C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(인정) 그런 감사한 일이 있었군요.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13232" y="2366384"/>
            <a:ext cx="10917936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어떤 기분(느낌)이 들었나요?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13232" y="2588250"/>
            <a:ext cx="10917936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그 때 본인이 가장 중요하게 생각했던 것(가치, 생각, 신념 등)은 무엇이였습니까?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13232" y="2810117"/>
            <a:ext cx="10917936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그것이 왜 그렇게 중요했습니까?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031984"/>
            <a:ext cx="10716768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dirty="0">
                <a:solidFill>
                  <a:srgbClr val="58626C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(인정) 그래서 이런 것이 OO님한테 그렇게 중요했던 거군요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13232" y="3253850"/>
            <a:ext cx="10917936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그때 가장 잘 발휘되었던 역량, 강점, 특성, 성향은 무엇입니까?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13232" y="3475717"/>
            <a:ext cx="10917936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(만약 큰 변화가 없다면)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13232" y="3697584"/>
            <a:ext cx="10917936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② 인생에 걸쳐 크게 만족했을 때가 없던 나를 보면 무슨 생각이 드세요?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3919450"/>
            <a:ext cx="10716768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dirty="0">
                <a:solidFill>
                  <a:srgbClr val="58626C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(타당화) 충분히 그럴수 있어요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13232" y="4141317"/>
            <a:ext cx="10917936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그럼에도 불구하고 지금 내가 하루하루 잘 살아갈수 있는 것은 무엇 때문일까요?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363184"/>
            <a:ext cx="11173968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Valley를 보고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13232" y="4585050"/>
            <a:ext cx="10917936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② 언제 어떤 상황이였습니까?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13232" y="4806917"/>
            <a:ext cx="10917936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그때 본인이 가장 힘들었던 것은 무엇이였습니까?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5028784"/>
            <a:ext cx="10716768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그 이유는 무엇입니까?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13232" y="5250651"/>
            <a:ext cx="10917936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정말 힘드셨겠네요. 어떤 느낌이셨나요?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13232" y="5472517"/>
            <a:ext cx="10917936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그렇게 힘드신데 어떻게 지금까지 버텨오셨어요?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713232" y="5694384"/>
            <a:ext cx="10917936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그 상황을 어떻게 극복하셨습니까?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713232" y="5916251"/>
            <a:ext cx="10917936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극복해 가는 과정에서 자신의 역량 강점, 특성 등이 어떻게 나타났습니까?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13232" y="6138117"/>
            <a:ext cx="10917936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dirty="0">
                <a:solidFill>
                  <a:srgbClr val="58626C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(인정) ~ 을 통해 OO님의 valley에서도 의미를 찾을 수 있군요.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6359984"/>
            <a:ext cx="11173968" cy="205407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Valley도 내 인생의 일부라고 생각하고 이겨온 내 자신을 토닥토닥 해 줘 볼까요?</a:t>
            </a:r>
            <a:endParaRPr lang="en-US" sz="105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F509E774-7B6D-ED43-98F2-81C04ED7A7B7}"/>
              </a:ext>
            </a:extLst>
          </p:cNvPr>
          <p:cNvSpPr txBox="1"/>
          <p:nvPr/>
        </p:nvSpPr>
        <p:spPr>
          <a:xfrm>
            <a:off x="457200" y="658368"/>
            <a:ext cx="9326880" cy="347472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오늘의 주제  /  My story (Coach </a:t>
            </a:r>
            <a:r>
              <a:rPr lang="ko-KR" altLang="en-US" sz="165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용</a:t>
            </a:r>
            <a:r>
              <a:rPr lang="en-US" sz="165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/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4779DBE2-CFA0-6B67-1AC5-275A49B6B0D1}"/>
              </a:ext>
            </a:extLst>
          </p:cNvPr>
          <p:cNvSpPr/>
          <p:nvPr/>
        </p:nvSpPr>
        <p:spPr>
          <a:xfrm>
            <a:off x="457200" y="1060704"/>
            <a:ext cx="5394960" cy="0"/>
          </a:xfrm>
          <a:prstGeom prst="line">
            <a:avLst/>
          </a:prstGeom>
          <a:noFill/>
          <a:ln w="12700">
            <a:solidFill>
              <a:srgbClr val="6386CC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256032"/>
            <a:ext cx="12191695" cy="6601968"/>
          </a:xfrm>
          <a:prstGeom prst="roundRect">
            <a:avLst>
              <a:gd name="adj" fmla="val 27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457200" y="1298448"/>
            <a:ext cx="5943600" cy="347472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3. 실천사항 및 마무리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755648"/>
            <a:ext cx="11173968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1.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2009033"/>
            <a:ext cx="10917936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오늘 저와 어떤 것에 대해 이야기 나누었는지 잠깐 생각해 볼래요?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2262418"/>
            <a:ext cx="10917936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어떤 것이 가장 기억에 남나요?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2515803"/>
            <a:ext cx="10917936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그것과 관련하여 다음 세션 전까지 어떤 것을 실천해볼 수 있을까요?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13232" y="2769188"/>
            <a:ext cx="10917936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하나만 더 해 본다면 무엇이 있을 수 있을까요?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13232" y="3022573"/>
            <a:ext cx="10917936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혹시 실천하는데 예상되는 어려운 점이 있다면, 무엇일까요?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13232" y="3275958"/>
            <a:ext cx="10917936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→ 그 어려움을 어떻게 극복할 수 있을까요?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13232" y="3529343"/>
            <a:ext cx="10917936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 b="0" dirty="0">
                <a:solidFill>
                  <a:srgbClr val="58626C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(인정) 이야기한 것을 잘 실천할 수 있도록 응원할게요.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782728"/>
            <a:ext cx="11173968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2.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13232" y="4036113"/>
            <a:ext cx="10917936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오늘 저와 이야기를 통해 새롭게 알게 된 것은 무엇이 있나요?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13232" y="4289498"/>
            <a:ext cx="10917936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그것이 OO님의 앞으로 일상에 어떤 영향을 줄 것 같아요?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713232" y="4542883"/>
            <a:ext cx="10917936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 b="0" dirty="0">
                <a:solidFill>
                  <a:srgbClr val="58626C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(인정) 그 이야기를 들으니 저도 덩달아 기분이 좋아 지네요.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796268"/>
            <a:ext cx="11173968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3. 다음 세션의 약속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13232" y="5049653"/>
            <a:ext cx="10917936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다음 세션은 언제, 몇시에 볼까요? (보기로 약속 했죠?)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13232" y="5303038"/>
            <a:ext cx="10917936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(질문) 오늘 추가로 더 나누고 싶은 이야기 또는 어떤 질문이 있는지요?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5556423"/>
            <a:ext cx="11173968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4. 응원, 칭찬, 감사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13232" y="5809808"/>
            <a:ext cx="10917936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오늘 멘토링에서 멘티가 하기로 한 실천을 잘 이룰 수 있기를 응원하고,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713232" y="6063193"/>
            <a:ext cx="10917936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멘토링 과정에서 멘티가 잘한 것, 애쓴 것을 인정 칭찬하고,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13232" y="6316578"/>
            <a:ext cx="10917936" cy="230525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28303A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함께 시간을 보낼 수 있어 감사한 마음을 전달하고 마무리합니다.</a:t>
            </a:r>
            <a:endParaRPr lang="en-US" sz="105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9A8A8689-5D01-CB0F-62DB-CE1565B7D3C4}"/>
              </a:ext>
            </a:extLst>
          </p:cNvPr>
          <p:cNvSpPr txBox="1"/>
          <p:nvPr/>
        </p:nvSpPr>
        <p:spPr>
          <a:xfrm>
            <a:off x="457200" y="658368"/>
            <a:ext cx="9326880" cy="347472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오늘의 주제  /  My story (Coach </a:t>
            </a:r>
            <a:r>
              <a:rPr lang="ko-KR" altLang="en-US" sz="165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용</a:t>
            </a:r>
            <a:r>
              <a:rPr lang="en-US" sz="1650" b="1" dirty="0">
                <a:solidFill>
                  <a:srgbClr val="27598E"/>
                </a:solidFill>
                <a:latin typeface="맑은 고딕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8A620FAB-98C0-78D7-D6CF-7089A08781CE}"/>
              </a:ext>
            </a:extLst>
          </p:cNvPr>
          <p:cNvSpPr/>
          <p:nvPr/>
        </p:nvSpPr>
        <p:spPr>
          <a:xfrm>
            <a:off x="457200" y="1060704"/>
            <a:ext cx="5394960" cy="0"/>
          </a:xfrm>
          <a:prstGeom prst="line">
            <a:avLst/>
          </a:prstGeom>
          <a:noFill/>
          <a:ln w="12700">
            <a:solidFill>
              <a:srgbClr val="6386CC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745</Words>
  <Application>Microsoft Office PowerPoint</Application>
  <PresentationFormat>와이드스크린</PresentationFormat>
  <Paragraphs>85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peter korea</cp:lastModifiedBy>
  <cp:revision>5</cp:revision>
  <dcterms:created xsi:type="dcterms:W3CDTF">2026-09-11T13:42:41Z</dcterms:created>
  <dcterms:modified xsi:type="dcterms:W3CDTF">2026-09-11T14:45:34Z</dcterms:modified>
</cp:coreProperties>
</file>